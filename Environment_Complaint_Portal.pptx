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Complaint Portal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Management &amp; Analytics Portal for Environmental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097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for the Industry Panel  |  Web platform: EcoServe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problem statement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proposed solution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for citizens, authorities and admins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analytics and architecture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challenges and future scope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issues: waste collection, water pollution, drainage, air pollution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depend on authorities to resolve them promptly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 quality directly affects community health and satisfaction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centralized systems can make service delivery accountable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65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03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complaint areas: waste, water, drainage, air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handled manually or through disconnected platforms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assigning and resolving complaints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tracking: citizens cannot see progress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 and accountability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data to reveal recurring issues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faster, more transparent complaint resolution process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all complaint records in one platform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visual analytics for data-driven decisions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critical complaints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resource allocation and citizen participation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file complaints with details and supporting images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view, categorize, assign and update complaints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issues, locations, trends and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issues and track their complaints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complaints and update status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the system, analytics and settings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submit environmental complaints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category and specify the location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supporting images or details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complaint status at any time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complaint history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incoming complaints in one place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complaints by issue type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complaints for action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status: Pending, In Progress, Resolved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critical complaints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/mnt/user-data/uploads/179099919742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7680960" cy="3401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cards, category and status charts, and a recent complaints table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87552" y="1463040"/>
            <a:ext cx="731520" cy="7315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96896" y="146304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96896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15584" y="146304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15584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24928" y="1463040"/>
            <a:ext cx="731520" cy="7315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24928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031736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291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flow from citizen submission through authority action to analytics, with every step recorded centrally.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Categories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Collection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pickups, overflowing bins, illegal dumping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Pollution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water bodies and supply issues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or overflowing drains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dust and emissions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Issues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reported complaint types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Locations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areas and hotspots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complaint volume over time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Performance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94560"/>
            <a:ext cx="1508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quickly complaints close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Status Tracking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0" y="1463040"/>
            <a:ext cx="731520" cy="7315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463040"/>
            <a:ext cx="731520" cy="7315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120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146304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counts Total, Pending, In Progress and Resolved complaints so progress is visible at a glance.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for citizens, authorities and admins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registration, assignment and status logic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complaint records feeding dashboard charts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 reduce delays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see status in real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guide resource allocation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encouraging citizen adoption and accurate reporting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timely action by assigned authorities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email/SMS notifications on status changes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map-based hotspot view and mobile app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automatic priority scoring of complaints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097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6517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Complaint Portal replaces manual, fragmented handling with one transparent, analytics-driven platform, improving environmental service delivery, citizen participation and community satisfaction.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097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6517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2026-10-03T03:52:41Z</dcterms:created>
  <dcterms:modified xsi:type="dcterms:W3CDTF">2026-10-03T03:52:41Z</dcterms:modified>
</cp:coreProperties>
</file>