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389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1994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65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Complaint Portal</a:t>
            </a:r>
            <a:endParaRPr lang="en-US" sz="4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3774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BBF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Management &amp; Analytics Portal for Environmental Services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" y="3108960"/>
            <a:ext cx="109728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338328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for the Industry Panel  |  Web platform: EcoServe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E9BCEA-C866-A7C8-A5D9-B2E611D398DF}"/>
              </a:ext>
            </a:extLst>
          </p:cNvPr>
          <p:cNvSpPr txBox="1"/>
          <p:nvPr/>
        </p:nvSpPr>
        <p:spPr>
          <a:xfrm>
            <a:off x="6457071" y="3922070"/>
            <a:ext cx="40936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TEAM – 16</a:t>
            </a:r>
          </a:p>
          <a:p>
            <a:r>
              <a:rPr lang="en-US" dirty="0" err="1">
                <a:solidFill>
                  <a:schemeClr val="bg1"/>
                </a:solidFill>
              </a:rPr>
              <a:t>Y.Sathwika</a:t>
            </a:r>
            <a:r>
              <a:rPr lang="en-US" dirty="0">
                <a:solidFill>
                  <a:schemeClr val="bg1"/>
                </a:solidFill>
              </a:rPr>
              <a:t> – 2520030007</a:t>
            </a:r>
          </a:p>
          <a:p>
            <a:r>
              <a:rPr lang="en-US" dirty="0" err="1">
                <a:solidFill>
                  <a:schemeClr val="bg1"/>
                </a:solidFill>
              </a:rPr>
              <a:t>M.Akhila</a:t>
            </a:r>
            <a:r>
              <a:rPr lang="en-US" dirty="0">
                <a:solidFill>
                  <a:schemeClr val="bg1"/>
                </a:solidFill>
              </a:rPr>
              <a:t>    – 2520030511</a:t>
            </a:r>
          </a:p>
          <a:p>
            <a:r>
              <a:rPr lang="en-US" dirty="0">
                <a:solidFill>
                  <a:schemeClr val="bg1"/>
                </a:solidFill>
              </a:rPr>
              <a:t>Charan Sai -  2520030321</a:t>
            </a:r>
            <a:endParaRPr lang="en-IN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804672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32914"/>
            <a:ext cx="7498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A web-based portal for reporting and managing environmental complaints.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Citizens can submit complaints related to garbage, pollution, waste, and water issues.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Authorities can view, track, and update complaint status.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The system helps monitor complaints from submission to resolution. </a:t>
            </a:r>
          </a:p>
          <a:p>
            <a:pPr marL="285750" lvl="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1600" dirty="0"/>
              <a:t>Analytics are used to identify common and recurring environmental issues.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512064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Environmental issues: waste collection, water pollution, drainage, air pollution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depend on authorities to resolve them promptly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handling quality directly affects community health and satisfaction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Digital, centralized systems can make service delivery accountable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943600" y="10972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16653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126480" y="155448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4+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560320"/>
            <a:ext cx="2286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complaint areas: waste, water, drainage, air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804672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7498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handled manually or through disconnected platforms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Delays in assigning and resolving complaints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tracking: citizens cannot see progress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transparency and accountability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consolidated data to reveal recurring issues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804672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7498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faster, more transparent complaint resolution process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 all complaint records in one platform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visual analytics for data-driven decisions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critical complaints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 resource allocation and citizen participation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Proposed Solution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file complaints with details and supporting images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Authorities view, categorize, assign and update complaints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shows issues, locations, trends and performance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Stakeholders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issues and track their complaints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Authorities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complaints and update status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Oversees the system, analytics and settings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 Features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804672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7498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and submit environmental complaints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category and specify the location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supporting images or details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complaint status at any time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own complaint history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Features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804672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7498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incoming complaints in one place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 complaints by issue type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complaints for action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status: Pending, In Progress, Resolved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 critical complaints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5" name="Image 0" descr="/mnt/user-data/uploads/1790999197426_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51560"/>
            <a:ext cx="7680960" cy="34015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4526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 cards, category and status charts, and a recent complaints table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Workflow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987552" y="1463040"/>
            <a:ext cx="731520" cy="731520"/>
          </a:xfrm>
          <a:prstGeom prst="ellipse">
            <a:avLst/>
          </a:prstGeom>
          <a:solidFill>
            <a:srgbClr val="16653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87552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3317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596896" y="146304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596896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2203704" y="23317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206240" y="1463040"/>
            <a:ext cx="731520" cy="731520"/>
          </a:xfrm>
          <a:prstGeom prst="ellipse">
            <a:avLst/>
          </a:prstGeom>
          <a:solidFill>
            <a:srgbClr val="16653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206240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813048" y="23317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15584" y="1463040"/>
            <a:ext cx="731520" cy="73152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815584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5422392" y="23317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424928" y="1463040"/>
            <a:ext cx="731520" cy="731520"/>
          </a:xfrm>
          <a:prstGeom prst="ellipse">
            <a:avLst/>
          </a:prstGeom>
          <a:solidFill>
            <a:srgbClr val="16653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424928" y="1463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7031736" y="2331720"/>
            <a:ext cx="1517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329184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 flow from citizen submission through authority action to analytics, with every step recorded centrally.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Categories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874520" cy="3200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Collection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94560"/>
            <a:ext cx="1508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pickups, overflowing bins, illegal dumping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06040" y="1188720"/>
            <a:ext cx="1874520" cy="3200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889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88920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Pollution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194560"/>
            <a:ext cx="1508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Contaminated water bodies and supply issues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1874520" cy="3200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463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Drainage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194560"/>
            <a:ext cx="1508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Blocked or overflowing drains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20840" y="1188720"/>
            <a:ext cx="1874520" cy="3200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03720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 Pollution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194560"/>
            <a:ext cx="1508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Smoke, dust and emissions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&amp; Insights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1874520" cy="3200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 Issues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94560"/>
            <a:ext cx="1508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most reported complaint types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06040" y="1188720"/>
            <a:ext cx="1874520" cy="3200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889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788920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Affected Locations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788920" y="2194560"/>
            <a:ext cx="1508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Spot problem areas and hotspots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1874520" cy="3200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463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46320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2194560"/>
            <a:ext cx="1508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complaint volume over time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720840" y="1188720"/>
            <a:ext cx="1874520" cy="320040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903720" y="160020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Performance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2194560"/>
            <a:ext cx="1508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how quickly complaints close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Layers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interface for citizens, authorities and admins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registration, assignment and status logic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Analytics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complaint records feeding dashboard charts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Resolution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Centralized records reduce delays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4747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Citizens see status in real time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35040" y="1188720"/>
            <a:ext cx="2560320" cy="320040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417320"/>
            <a:ext cx="457200" cy="64008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0" y="16002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Decisions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19456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guide resource allocation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1665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Future Scope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229600" y="47548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48640" y="1097280"/>
            <a:ext cx="804672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325880"/>
            <a:ext cx="74980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encouraging citizen adoption and accurate reporting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timely action by assigned authorities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email/SMS notifications on status changes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map-based hotspot view and mobile app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automatic priority scoring of complaints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65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377440"/>
            <a:ext cx="109728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65176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BBF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Environment Complaint Portal replaces manual, fragmented handling with one transparent, analytics-driven platform, improving environmental service delivery, citizen participation and community satisfaction.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653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280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Shape 1"/>
          <p:cNvSpPr/>
          <p:nvPr/>
        </p:nvSpPr>
        <p:spPr>
          <a:xfrm>
            <a:off x="640080" y="2377440"/>
            <a:ext cx="1097280" cy="54864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2651760"/>
            <a:ext cx="7680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BBF7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and feedback are welcome.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58</TotalTime>
  <Words>595</Words>
  <Application>Microsoft Office PowerPoint</Application>
  <PresentationFormat>On-screen Show (16:9)</PresentationFormat>
  <Paragraphs>147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SATHWIKA YEMPARALA</cp:lastModifiedBy>
  <cp:revision>3</cp:revision>
  <dcterms:created xsi:type="dcterms:W3CDTF">2026-10-03T03:52:41Z</dcterms:created>
  <dcterms:modified xsi:type="dcterms:W3CDTF">2026-10-03T08:04:33Z</dcterms:modified>
</cp:coreProperties>
</file>