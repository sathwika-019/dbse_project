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141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309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IN" sz="2000" dirty="0">
                <a:solidFill>
                  <a:schemeClr val="bg1">
                    <a:lumMod val="95000"/>
                  </a:schemeClr>
                </a:solidFill>
              </a:rPr>
              <a:t>Complaint management &amp; analytics portal for environmental services </a:t>
            </a:r>
          </a:p>
          <a:p>
            <a:pPr marL="0" indent="0">
              <a:spcAft>
                <a:spcPts val="400"/>
              </a:spcAft>
              <a:buNone/>
            </a:pP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[ 16 ]  |  Section: [S8]  |  Members: [Y .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Sathwika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2520030007], [M .Akhila – 2520030511], [Charan Sai – 2520030321]  |  Guide: [Dr. Spandana]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456971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600" dirty="0"/>
              <a:t>The </a:t>
            </a:r>
            <a:r>
              <a:rPr lang="en-IN" sz="1600" b="1" dirty="0"/>
              <a:t>Complaint Management &amp; Analytics Portal for Environmental Services</a:t>
            </a:r>
            <a:r>
              <a:rPr lang="en-IN" sz="1600" dirty="0"/>
              <a:t> is designed to provide a centralized platform for citizens to register environmental complaints and for authorities to manage, track, and </a:t>
            </a:r>
            <a:r>
              <a:rPr lang="en-IN" sz="1600" dirty="0" err="1"/>
              <a:t>analyze</a:t>
            </a:r>
            <a:r>
              <a:rPr lang="en-IN" sz="1600" dirty="0"/>
              <a:t> them efficiently.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89763" y="39319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297680"/>
            <a:ext cx="4569714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Problem Statement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Existing environmental complaint systems are often scattered and difficult to manage.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To develop</a:t>
            </a:r>
            <a:r>
              <a:rPr lang="en-IN" sz="1600" dirty="0"/>
              <a:t> a centralized portal for submitting and managing environmental complaints.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To generate</a:t>
            </a:r>
            <a:r>
              <a:rPr lang="en-IN" sz="1600" dirty="0"/>
              <a:t> analytics and reports to identify complaint trends and support better decision-making.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Technical Feasibility:</a:t>
            </a:r>
            <a:r>
              <a:rPr lang="en-IN" sz="1600" dirty="0"/>
              <a:t> Uses available technologies and tools.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Economic Feasibility:</a:t>
            </a:r>
            <a:r>
              <a:rPr lang="en-IN" sz="1600" dirty="0"/>
              <a:t> Low development and maintenance cost.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Operational Feasibility:</a:t>
            </a:r>
            <a:r>
              <a:rPr lang="en-IN" sz="1600" dirty="0"/>
              <a:t> Easy for users and authorities to operate.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Schedule Feasibility:</a:t>
            </a:r>
            <a:r>
              <a:rPr lang="en-IN" sz="1600" dirty="0"/>
              <a:t> Can be completed within the project timeline.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Scalability:</a:t>
            </a:r>
            <a:r>
              <a:rPr lang="en-IN" sz="1600" dirty="0"/>
              <a:t> Can be expanded to handle more users and complaints.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[React / HTML-CSS-JS]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[Node.js / Spring Boot / ] + REST APIs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[MySQL  / MongoDB]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[Git &amp; GitHub, Postman, VS Code]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dirty="0"/>
              <a:t>Successfully developed the </a:t>
            </a:r>
            <a:r>
              <a:rPr lang="en-IN" sz="1600" b="1" dirty="0"/>
              <a:t>Environmental Complaint Management &amp; Analytics Portal</a:t>
            </a:r>
            <a:r>
              <a:rPr lang="en-IN" sz="1600" dirty="0"/>
              <a:t>. . </a:t>
            </a:r>
          </a:p>
          <a:p>
            <a:pPr lvl="0"/>
            <a:r>
              <a:rPr lang="en-IN" sz="1600" dirty="0"/>
              <a:t>Complaint </a:t>
            </a:r>
            <a:r>
              <a:rPr lang="en-IN" sz="1600" b="1" dirty="0"/>
              <a:t>status can be tracked and updated</a:t>
            </a:r>
            <a:r>
              <a:rPr lang="en-IN" sz="1600" dirty="0"/>
              <a:t>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2989560"/>
            <a:ext cx="3000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600" dirty="0"/>
              <a:t>The proposed system provides a </a:t>
            </a:r>
            <a:r>
              <a:rPr lang="en-IN" sz="1600" b="1" dirty="0"/>
              <a:t>centralized platform</a:t>
            </a:r>
            <a:r>
              <a:rPr lang="en-IN" sz="1600" dirty="0"/>
              <a:t> for managing environmental complaints. </a:t>
            </a:r>
          </a:p>
          <a:p>
            <a:pPr lvl="0"/>
            <a:r>
              <a:rPr lang="en-IN" sz="1600" dirty="0"/>
              <a:t>It makes </a:t>
            </a:r>
            <a:r>
              <a:rPr lang="en-IN" sz="1600" b="1" dirty="0"/>
              <a:t>complaint registration and tracking easier</a:t>
            </a:r>
            <a:r>
              <a:rPr lang="en-IN" sz="1600" dirty="0"/>
              <a:t> for users.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[Author, Title, Year]   [2] [Website / Documentation link]   [3] [Paper / Book]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 descr="MAPS &amp; DIRECTIONS - Best Private University in Telangana ...">
            <a:extLst>
              <a:ext uri="{FF2B5EF4-FFF2-40B4-BE49-F238E27FC236}">
                <a16:creationId xmlns:a16="http://schemas.microsoft.com/office/drawing/2014/main" id="{7D58877B-3834-3606-A420-70BC72046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325880" cy="169164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384430BB-B093-B0E0-C168-A25A17419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" y="6832388"/>
            <a:ext cx="4638294" cy="235733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57B5DD3-52E0-EF1E-F002-05818B7FE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277" y="8275320"/>
            <a:ext cx="4545204" cy="1600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510700A-2039-26C2-3381-3D65D5CBC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6303" y="10607040"/>
            <a:ext cx="1926218" cy="1600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4B12222-FD0C-21B0-5334-59DD6F52E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148" y="10607040"/>
            <a:ext cx="2148332" cy="1600199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D479BBE-8AED-0372-85BF-C4A421D7E41C}"/>
              </a:ext>
            </a:extLst>
          </p:cNvPr>
          <p:cNvSpPr txBox="1"/>
          <p:nvPr/>
        </p:nvSpPr>
        <p:spPr>
          <a:xfrm>
            <a:off x="7239508" y="12984480"/>
            <a:ext cx="295097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Mobile Application:</a:t>
            </a:r>
            <a:r>
              <a:rPr lang="en-IN" sz="1200" dirty="0"/>
              <a:t> Develop a mobile app for easier complaint registration and tracking.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200" b="1" dirty="0"/>
              <a:t>AI-Based Analysis:</a:t>
            </a:r>
            <a:r>
              <a:rPr lang="en-IN" sz="1200" dirty="0"/>
              <a:t> Use AI to categorize complaints and identify common environmental issues</a:t>
            </a:r>
            <a:r>
              <a:rPr lang="en-IN" dirty="0"/>
              <a:t>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72D0B5BD-C8BD-C535-02E0-2CAD0684C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188" y="14277142"/>
            <a:ext cx="891794" cy="82296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AA76D8E-F818-C19F-B64A-6E31C7760E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9348" y="4900831"/>
            <a:ext cx="4569712" cy="23141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371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SATHWIKA YEMPARALA</cp:lastModifiedBy>
  <cp:revision>4</cp:revision>
  <dcterms:created xsi:type="dcterms:W3CDTF">2026-09-28T08:11:17Z</dcterms:created>
  <dcterms:modified xsi:type="dcterms:W3CDTF">2026-10-02T14:03:03Z</dcterms:modified>
</cp:coreProperties>
</file>